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Migration Analysis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Automated Code Migration Analysis with AI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🎯 Tool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Comprehensive solution for analyzing code migration differences</a:t>
            </a:r>
          </a:p>
          <a:p>
            <a:pPr>
              <a:spcBef>
                <a:spcPts val="1200"/>
              </a:spcBef>
              <a:defRPr sz="2000"/>
            </a:pPr>
            <a:r>
              <a:t>Supports multiple comparison modes and platforms</a:t>
            </a:r>
          </a:p>
          <a:p>
            <a:pPr>
              <a:spcBef>
                <a:spcPts val="1200"/>
              </a:spcBef>
              <a:defRPr sz="2000"/>
            </a:pPr>
            <a:r>
              <a:t>RTC/ALM integration for enterprise workflows</a:t>
            </a:r>
          </a:p>
          <a:p>
            <a:pPr>
              <a:spcBef>
                <a:spcPts val="1200"/>
              </a:spcBef>
              <a:defRPr sz="2000"/>
            </a:pPr>
            <a:r>
              <a:t>AI-powered intelligent merge suggestions</a:t>
            </a:r>
          </a:p>
          <a:p>
            <a:pPr>
              <a:spcBef>
                <a:spcPts val="1200"/>
              </a:spcBef>
              <a:defRPr sz="2000"/>
            </a:pPr>
            <a:r>
              <a:t>Parallel processing for high-performance analysis</a:t>
            </a:r>
          </a:p>
          <a:p>
            <a:pPr>
              <a:spcBef>
                <a:spcPts val="1200"/>
              </a:spcBef>
              <a:defRPr sz="2000"/>
            </a:pPr>
            <a:r>
              <a:t>Detailed HTML and Excel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📊 Comparison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📁 Offline → Offline (Folder/ZIP Comparison)</a:t>
            </a:r>
          </a:p>
          <a:p>
            <a:pPr lvl="1">
              <a:spcBef>
                <a:spcPts val="1200"/>
              </a:spcBef>
              <a:defRPr sz="1800"/>
            </a:pPr>
            <a:r>
              <a:t>Compare local directories or ZIP archives</a:t>
            </a:r>
          </a:p>
          <a:p>
            <a:pPr lvl="1">
              <a:spcBef>
                <a:spcPts val="1200"/>
              </a:spcBef>
              <a:defRPr sz="1800"/>
            </a:pPr>
            <a:r>
              <a:t>Manual and automatic file mapping</a:t>
            </a:r>
          </a:p>
          <a:p>
            <a:pPr lvl="1">
              <a:spcBef>
                <a:spcPts val="1200"/>
              </a:spcBef>
              <a:defRPr sz="1800"/>
            </a:pPr>
            <a:r>
              <a:t>Perfect for standalone analysis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☁️ Online → Online (RTC Snapshot Comparison)</a:t>
            </a:r>
          </a:p>
          <a:p>
            <a:pPr lvl="1">
              <a:spcBef>
                <a:spcPts val="1200"/>
              </a:spcBef>
              <a:defRPr sz="1800"/>
            </a:pPr>
            <a:r>
              <a:t>Compare live RTC snapshots directly</a:t>
            </a:r>
          </a:p>
          <a:p>
            <a:pPr lvl="1">
              <a:spcBef>
                <a:spcPts val="1200"/>
              </a:spcBef>
              <a:defRPr sz="1800"/>
            </a:pPr>
            <a:r>
              <a:t>Automatic changeset tracking</a:t>
            </a:r>
          </a:p>
          <a:p>
            <a:pPr lvl="1">
              <a:spcBef>
                <a:spcPts val="1200"/>
              </a:spcBef>
              <a:defRPr sz="1800"/>
            </a:pPr>
            <a:r>
              <a:t>Work item integration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🔄 Online → Offline (Hybrid Mode)</a:t>
            </a:r>
          </a:p>
          <a:p>
            <a:pPr lvl="1">
              <a:spcBef>
                <a:spcPts val="1200"/>
              </a:spcBef>
              <a:defRPr sz="1800"/>
            </a:pPr>
            <a:r>
              <a:t>Compare RTC snapshot with local folder</a:t>
            </a:r>
          </a:p>
          <a:p>
            <a:pPr lvl="1">
              <a:spcBef>
                <a:spcPts val="1200"/>
              </a:spcBef>
              <a:defRPr sz="1800"/>
            </a:pPr>
            <a:r>
              <a:t>Best for validating local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✨ Key Features -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🔍 Interface Analysis</a:t>
            </a:r>
          </a:p>
          <a:p>
            <a:pPr lvl="1">
              <a:spcBef>
                <a:spcPts val="1200"/>
              </a:spcBef>
              <a:defRPr sz="1800"/>
            </a:pPr>
            <a:r>
              <a:t>Analyze header file interfaces (.h files)</a:t>
            </a:r>
          </a:p>
          <a:p>
            <a:pPr lvl="1">
              <a:spcBef>
                <a:spcPts val="1200"/>
              </a:spcBef>
              <a:defRPr sz="1800"/>
            </a:pPr>
            <a:r>
              <a:t>Compare platform vs project interfaces</a:t>
            </a:r>
          </a:p>
          <a:p>
            <a:pPr lvl="1">
              <a:spcBef>
                <a:spcPts val="1200"/>
              </a:spcBef>
              <a:defRPr sz="1800"/>
            </a:pPr>
            <a:r>
              <a:t>Identify API changes and dependencies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🔗 Platform Dependency Analysis</a:t>
            </a:r>
          </a:p>
          <a:p>
            <a:pPr lvl="1">
              <a:spcBef>
                <a:spcPts val="1200"/>
              </a:spcBef>
              <a:defRPr sz="1800"/>
            </a:pPr>
            <a:r>
              <a:t>Visualize platform-specific dependencies</a:t>
            </a:r>
          </a:p>
          <a:p>
            <a:pPr lvl="1">
              <a:spcBef>
                <a:spcPts val="1200"/>
              </a:spcBef>
              <a:defRPr sz="1800"/>
            </a:pPr>
            <a:r>
              <a:t>Identify cross-module dependencies</a:t>
            </a:r>
          </a:p>
          <a:p>
            <a:pPr lvl="1">
              <a:spcBef>
                <a:spcPts val="1200"/>
              </a:spcBef>
              <a:defRPr sz="1800"/>
            </a:pPr>
            <a:r>
              <a:t>Generate dependency reports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📝 AI-Powered Smart Merge</a:t>
            </a:r>
          </a:p>
          <a:p>
            <a:pPr lvl="1">
              <a:spcBef>
                <a:spcPts val="1200"/>
              </a:spcBef>
              <a:defRPr sz="1800"/>
            </a:pPr>
            <a:r>
              <a:t>Google Gemini AI integration</a:t>
            </a:r>
          </a:p>
          <a:p>
            <a:pPr lvl="1">
              <a:spcBef>
                <a:spcPts val="1200"/>
              </a:spcBef>
              <a:defRPr sz="1800"/>
            </a:pPr>
            <a:r>
              <a:t>Intelligent merge conflict resolution</a:t>
            </a:r>
          </a:p>
          <a:p>
            <a:pPr lvl="1">
              <a:spcBef>
                <a:spcPts val="1200"/>
              </a:spcBef>
              <a:defRPr sz="1800"/>
            </a:pPr>
            <a:r>
              <a:t>Context-aware suggestions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✨ Key Features -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🔐 RTC/ALM Integration</a:t>
            </a:r>
          </a:p>
          <a:p>
            <a:pPr lvl="1">
              <a:spcBef>
                <a:spcPts val="1200"/>
              </a:spcBef>
              <a:defRPr sz="1800"/>
            </a:pPr>
            <a:r>
              <a:t>Direct RTC server connectivity</a:t>
            </a:r>
          </a:p>
          <a:p>
            <a:pPr lvl="1">
              <a:spcBef>
                <a:spcPts val="1200"/>
              </a:spcBef>
              <a:defRPr sz="1800"/>
            </a:pPr>
            <a:r>
              <a:t>Fetch changesets and work items</a:t>
            </a:r>
          </a:p>
          <a:p>
            <a:pPr lvl="1">
              <a:spcBef>
                <a:spcPts val="1200"/>
              </a:spcBef>
              <a:defRPr sz="1800"/>
            </a:pPr>
            <a:r>
              <a:t>Automatic snapshot fetching</a:t>
            </a:r>
          </a:p>
          <a:p>
            <a:pPr lvl="1">
              <a:spcBef>
                <a:spcPts val="1200"/>
              </a:spcBef>
              <a:defRPr sz="1800"/>
            </a:pPr>
            <a:r>
              <a:t>Component-level analysis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📊 Comprehensive Reporting</a:t>
            </a:r>
          </a:p>
          <a:p>
            <a:pPr lvl="1">
              <a:spcBef>
                <a:spcPts val="1200"/>
              </a:spcBef>
              <a:defRPr sz="1800"/>
            </a:pPr>
            <a:r>
              <a:t>Detailed HTML diff reports</a:t>
            </a:r>
          </a:p>
          <a:p>
            <a:pPr lvl="1">
              <a:spcBef>
                <a:spcPts val="1200"/>
              </a:spcBef>
              <a:defRPr sz="1800"/>
            </a:pPr>
            <a:r>
              <a:t>Excel reports with statistics</a:t>
            </a:r>
          </a:p>
          <a:p>
            <a:pPr lvl="1">
              <a:spcBef>
                <a:spcPts val="1200"/>
              </a:spcBef>
              <a:defRPr sz="1800"/>
            </a:pPr>
            <a:r>
              <a:t>Color-coded change visualization</a:t>
            </a:r>
          </a:p>
          <a:p>
            <a:pPr lvl="1">
              <a:spcBef>
                <a:spcPts val="1200"/>
              </a:spcBef>
              <a:defRPr sz="1800"/>
            </a:pPr>
            <a:r>
              <a:t>Export and share capabilities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💬 AI Comparison Assistant</a:t>
            </a:r>
          </a:p>
          <a:p>
            <a:pPr lvl="1">
              <a:spcBef>
                <a:spcPts val="1200"/>
              </a:spcBef>
              <a:defRPr sz="1800"/>
            </a:pPr>
            <a:r>
              <a:t>Ask questions about changes</a:t>
            </a:r>
          </a:p>
          <a:p>
            <a:pPr lvl="1">
              <a:spcBef>
                <a:spcPts val="1200"/>
              </a:spcBef>
              <a:defRPr sz="1800"/>
            </a:pPr>
            <a:r>
              <a:t>Get intelligent explanations</a:t>
            </a:r>
          </a:p>
          <a:p>
            <a:pPr lvl="1">
              <a:spcBef>
                <a:spcPts val="1200"/>
              </a:spcBef>
              <a:defRPr sz="1800"/>
            </a:pPr>
            <a:r>
              <a:t>Context-aware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⚡ Time Savings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2860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Before Optimization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After Optimization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 Files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2-3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15-20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10x faster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200 Files Processing</a:t>
                      </a:r>
                    </a:p>
                  </a:txBody>
                  <a:tcP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10-15 minutes</a:t>
                      </a:r>
                    </a:p>
                  </a:txBody>
                  <a:tcP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1-2 minutes</a:t>
                      </a:r>
                    </a:p>
                  </a:txBody>
                  <a:tcP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10x faster</a:t>
                      </a:r>
                    </a:p>
                  </a:txBody>
                  <a:tcPr>
                    <a:solidFill>
                      <a:srgbClr val="EAF3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Single File 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2-3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0.5-1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3x faster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🚀 Performance Optimizations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⚡ Parallel Processing (10x Speedup)</a:t>
            </a:r>
          </a:p>
          <a:p>
            <a:pPr lvl="1">
              <a:spcBef>
                <a:spcPts val="1200"/>
              </a:spcBef>
              <a:defRPr sz="1800"/>
            </a:pPr>
            <a:r>
              <a:t>Process 10 files simultaneously</a:t>
            </a:r>
          </a:p>
          <a:p>
            <a:pPr lvl="1">
              <a:spcBef>
                <a:spcPts val="1200"/>
              </a:spcBef>
              <a:defRPr sz="1800"/>
            </a:pPr>
            <a:r>
              <a:t>Concurrent file downloads and analysis</a:t>
            </a:r>
          </a:p>
          <a:p>
            <a:pPr lvl="1">
              <a:spcBef>
                <a:spcPts val="1200"/>
              </a:spcBef>
              <a:defRPr sz="1800"/>
            </a:pPr>
            <a:r>
              <a:t>Optimized thread pool management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💾 Memory-Based Diff Generation (3x Faster)</a:t>
            </a:r>
          </a:p>
          <a:p>
            <a:pPr lvl="1">
              <a:spcBef>
                <a:spcPts val="1200"/>
              </a:spcBef>
              <a:defRPr sz="1800"/>
            </a:pPr>
            <a:r>
              <a:t>Eliminate temporary file I/O</a:t>
            </a:r>
          </a:p>
          <a:p>
            <a:pPr lvl="1">
              <a:spcBef>
                <a:spcPts val="1200"/>
              </a:spcBef>
              <a:defRPr sz="1800"/>
            </a:pPr>
            <a:r>
              <a:t>In-memory diff computation</a:t>
            </a:r>
          </a:p>
          <a:p>
            <a:pPr lvl="1">
              <a:spcBef>
                <a:spcPts val="1200"/>
              </a:spcBef>
              <a:defRPr sz="1800"/>
            </a:pPr>
            <a:r>
              <a:t>Direct HTML output generation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📏 Smart File Filtering</a:t>
            </a:r>
          </a:p>
          <a:p>
            <a:pPr lvl="1">
              <a:spcBef>
                <a:spcPts val="1200"/>
              </a:spcBef>
              <a:defRPr sz="1800"/>
            </a:pPr>
            <a:r>
              <a:t>Skip files larger than 500KB for HTML diffs</a:t>
            </a:r>
          </a:p>
          <a:p>
            <a:pPr lvl="1">
              <a:spcBef>
                <a:spcPts val="1200"/>
              </a:spcBef>
              <a:defRPr sz="1800"/>
            </a:pPr>
            <a:r>
              <a:t>Prevent hanging on massive files</a:t>
            </a:r>
          </a:p>
          <a:p>
            <a:pPr lvl="1">
              <a:spcBef>
                <a:spcPts val="1200"/>
              </a:spcBef>
              <a:defRPr sz="1800"/>
            </a:pPr>
            <a:r>
              <a:t>Focus on analyzable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💼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Platform Migration Projects</a:t>
            </a:r>
          </a:p>
          <a:p>
            <a:pPr lvl="1">
              <a:spcBef>
                <a:spcPts val="1200"/>
              </a:spcBef>
              <a:defRPr sz="1800"/>
            </a:pPr>
            <a:r>
              <a:t>Compare old vs new platform files</a:t>
            </a:r>
          </a:p>
          <a:p>
            <a:pPr lvl="1">
              <a:spcBef>
                <a:spcPts val="1200"/>
              </a:spcBef>
              <a:defRPr sz="1800"/>
            </a:pPr>
            <a:r>
              <a:t>Identify breaking changes</a:t>
            </a:r>
          </a:p>
          <a:p>
            <a:pPr lvl="1">
              <a:spcBef>
                <a:spcPts val="1200"/>
              </a:spcBef>
              <a:defRPr sz="1800"/>
            </a:pPr>
            <a:r>
              <a:t>Track migration progress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Release Validation</a:t>
            </a:r>
          </a:p>
          <a:p>
            <a:pPr lvl="1">
              <a:spcBef>
                <a:spcPts val="1200"/>
              </a:spcBef>
              <a:defRPr sz="1800"/>
            </a:pPr>
            <a:r>
              <a:t>Verify release snapshots</a:t>
            </a:r>
          </a:p>
          <a:p>
            <a:pPr lvl="1">
              <a:spcBef>
                <a:spcPts val="1200"/>
              </a:spcBef>
              <a:defRPr sz="1800"/>
            </a:pPr>
            <a:r>
              <a:t>Compare release candidates</a:t>
            </a:r>
          </a:p>
          <a:p>
            <a:pPr lvl="1">
              <a:spcBef>
                <a:spcPts val="1200"/>
              </a:spcBef>
              <a:defRPr sz="1800"/>
            </a:pPr>
            <a:r>
              <a:t>Ensure code consistency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Merge Conflict Resolution</a:t>
            </a:r>
          </a:p>
          <a:p>
            <a:pPr lvl="1">
              <a:spcBef>
                <a:spcPts val="1200"/>
              </a:spcBef>
              <a:defRPr sz="1800"/>
            </a:pPr>
            <a:r>
              <a:t>AI-powered merge suggestions</a:t>
            </a:r>
          </a:p>
          <a:p>
            <a:pPr lvl="1">
              <a:spcBef>
                <a:spcPts val="1200"/>
              </a:spcBef>
              <a:defRPr sz="1800"/>
            </a:pPr>
            <a:r>
              <a:t>Visualize conflicting changes</a:t>
            </a:r>
          </a:p>
          <a:p>
            <a:pPr lvl="1">
              <a:spcBef>
                <a:spcPts val="1200"/>
              </a:spcBef>
              <a:defRPr sz="1800"/>
            </a:pPr>
            <a:r>
              <a:t>Streamline merge process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Code Review &amp; Audit</a:t>
            </a:r>
          </a:p>
          <a:p>
            <a:pPr lvl="1">
              <a:spcBef>
                <a:spcPts val="1200"/>
              </a:spcBef>
              <a:defRPr sz="1800"/>
            </a:pPr>
            <a:r>
              <a:t>Detailed change analysis</a:t>
            </a:r>
          </a:p>
          <a:p>
            <a:pPr lvl="1">
              <a:spcBef>
                <a:spcPts val="1200"/>
              </a:spcBef>
              <a:defRPr sz="1800"/>
            </a:pPr>
            <a:r>
              <a:t>Interface compatibility checks</a:t>
            </a:r>
          </a:p>
          <a:p>
            <a:pPr lvl="1">
              <a:spcBef>
                <a:spcPts val="1200"/>
              </a:spcBef>
              <a:defRPr sz="1800"/>
            </a:pPr>
            <a:r>
              <a:t>Dependency impact assessment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✅ Benefits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⏱️ Massive Time Savings</a:t>
            </a:r>
          </a:p>
          <a:p>
            <a:pPr lvl="1">
              <a:spcBef>
                <a:spcPts val="1200"/>
              </a:spcBef>
              <a:defRPr sz="1800"/>
            </a:pPr>
            <a:r>
              <a:t>10x faster file processing</a:t>
            </a:r>
          </a:p>
          <a:p>
            <a:pPr lvl="1">
              <a:spcBef>
                <a:spcPts val="1200"/>
              </a:spcBef>
              <a:defRPr sz="1800"/>
            </a:pPr>
            <a:r>
              <a:t>Automated changeset tracking</a:t>
            </a:r>
          </a:p>
          <a:p>
            <a:pPr lvl="1">
              <a:spcBef>
                <a:spcPts val="1200"/>
              </a:spcBef>
              <a:defRPr sz="1800"/>
            </a:pPr>
            <a:r>
              <a:t>Quick interface analysis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🎯 Accuracy &amp; Completeness</a:t>
            </a:r>
          </a:p>
          <a:p>
            <a:pPr lvl="1">
              <a:spcBef>
                <a:spcPts val="1200"/>
              </a:spcBef>
              <a:defRPr sz="1800"/>
            </a:pPr>
            <a:r>
              <a:t>Comprehensive change detection</a:t>
            </a:r>
          </a:p>
          <a:p>
            <a:pPr lvl="1">
              <a:spcBef>
                <a:spcPts val="1200"/>
              </a:spcBef>
              <a:defRPr sz="1800"/>
            </a:pPr>
            <a:r>
              <a:t>Comment-only change identification</a:t>
            </a:r>
          </a:p>
          <a:p>
            <a:pPr lvl="1">
              <a:spcBef>
                <a:spcPts val="1200"/>
              </a:spcBef>
              <a:defRPr sz="1800"/>
            </a:pPr>
            <a:r>
              <a:t>Detailed statistical reports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🤝 Team Collaboration</a:t>
            </a:r>
          </a:p>
          <a:p>
            <a:pPr lvl="1">
              <a:spcBef>
                <a:spcPts val="1200"/>
              </a:spcBef>
              <a:defRPr sz="1800"/>
            </a:pPr>
            <a:r>
              <a:t>Shareable HTML reports</a:t>
            </a:r>
          </a:p>
          <a:p>
            <a:pPr lvl="1">
              <a:spcBef>
                <a:spcPts val="1200"/>
              </a:spcBef>
              <a:defRPr sz="1800"/>
            </a:pPr>
            <a:r>
              <a:t>Excel exports for management</a:t>
            </a:r>
          </a:p>
          <a:p>
            <a:pPr lvl="1">
              <a:spcBef>
                <a:spcPts val="1200"/>
              </a:spcBef>
              <a:defRPr sz="1800"/>
            </a:pPr>
            <a:r>
              <a:t>Work item integration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🔧 Easy to Use</a:t>
            </a:r>
          </a:p>
          <a:p>
            <a:pPr lvl="1">
              <a:spcBef>
                <a:spcPts val="1200"/>
              </a:spcBef>
              <a:defRPr sz="1800"/>
            </a:pPr>
            <a:r>
              <a:t>Intuitive GUI interface</a:t>
            </a:r>
          </a:p>
          <a:p>
            <a:pPr lvl="1">
              <a:spcBef>
                <a:spcPts val="1200"/>
              </a:spcBef>
              <a:defRPr sz="1800"/>
            </a:pPr>
            <a:r>
              <a:t>Multiple comparison modes</a:t>
            </a:r>
          </a:p>
          <a:p>
            <a:pPr lvl="1">
              <a:spcBef>
                <a:spcPts val="1200"/>
              </a:spcBef>
              <a:defRPr sz="1800"/>
            </a:pPr>
            <a:r>
              <a:t>Real-time progress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📋 Tool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✓ File Comparison &amp; Diff Generation</a:t>
            </a:r>
          </a:p>
          <a:p>
            <a:pPr>
              <a:spcBef>
                <a:spcPts val="1200"/>
              </a:spcBef>
              <a:defRPr sz="2000"/>
            </a:pPr>
            <a:r>
              <a:t>✓ RTC Snapshot Management</a:t>
            </a:r>
          </a:p>
          <a:p>
            <a:pPr>
              <a:spcBef>
                <a:spcPts val="1200"/>
              </a:spcBef>
              <a:defRPr sz="2000"/>
            </a:pPr>
            <a:r>
              <a:t>✓ Changeset &amp; Work Item Tracking</a:t>
            </a:r>
          </a:p>
          <a:p>
            <a:pPr>
              <a:spcBef>
                <a:spcPts val="1200"/>
              </a:spcBef>
              <a:defRPr sz="2000"/>
            </a:pPr>
            <a:r>
              <a:t>✓ Interface Analysis (Header Files)</a:t>
            </a:r>
          </a:p>
          <a:p>
            <a:pPr>
              <a:spcBef>
                <a:spcPts val="1200"/>
              </a:spcBef>
              <a:defRPr sz="2000"/>
            </a:pPr>
            <a:r>
              <a:t>✓ Platform Dependency Visualization</a:t>
            </a:r>
          </a:p>
          <a:p>
            <a:pPr>
              <a:spcBef>
                <a:spcPts val="1200"/>
              </a:spcBef>
              <a:defRPr sz="2000"/>
            </a:pPr>
            <a:r>
              <a:t>✓ AI-Powered Merge Suggestions</a:t>
            </a:r>
          </a:p>
          <a:p>
            <a:pPr>
              <a:spcBef>
                <a:spcPts val="1200"/>
              </a:spcBef>
              <a:defRPr sz="2000"/>
            </a:pPr>
            <a:r>
              <a:t>✓ Excel &amp; HTML Reporting</a:t>
            </a:r>
          </a:p>
          <a:p>
            <a:pPr>
              <a:spcBef>
                <a:spcPts val="1200"/>
              </a:spcBef>
              <a:defRPr sz="2000"/>
            </a:pPr>
            <a:r>
              <a:t>✓ Parallel Processing Engine</a:t>
            </a:r>
          </a:p>
          <a:p>
            <a:pPr>
              <a:spcBef>
                <a:spcPts val="1200"/>
              </a:spcBef>
              <a:defRPr sz="2000"/>
            </a:pPr>
            <a:r>
              <a:t>✓ Comment Detection</a:t>
            </a:r>
          </a:p>
          <a:p>
            <a:pPr>
              <a:spcBef>
                <a:spcPts val="1200"/>
              </a:spcBef>
              <a:defRPr sz="2000"/>
            </a:pPr>
            <a:r>
              <a:t>✓ ZIP Archive Support</a:t>
            </a:r>
          </a:p>
          <a:p>
            <a:pPr>
              <a:spcBef>
                <a:spcPts val="1200"/>
              </a:spcBef>
              <a:defRPr sz="2000"/>
            </a:pPr>
            <a:r>
              <a:t>✓ Credential Management</a:t>
            </a:r>
          </a:p>
          <a:p>
            <a:pPr>
              <a:spcBef>
                <a:spcPts val="1200"/>
              </a:spcBef>
              <a:defRPr sz="2000"/>
            </a:pPr>
            <a:r>
              <a:t>✓ Real-Time Progress Updates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🚀 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1️⃣ Launch the Application</a:t>
            </a:r>
          </a:p>
          <a:p>
            <a:pPr lvl="1">
              <a:spcBef>
                <a:spcPts val="1200"/>
              </a:spcBef>
              <a:defRPr sz="1800"/>
            </a:pPr>
            <a:r>
              <a:t>Run: python main.py</a:t>
            </a:r>
          </a:p>
          <a:p>
            <a:pPr lvl="1">
              <a:spcBef>
                <a:spcPts val="1200"/>
              </a:spcBef>
              <a:defRPr sz="1800"/>
            </a:pPr>
            <a:r>
              <a:t>Or use the executable: Migration_Analysis.exe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2️⃣ Choose Comparison Mode</a:t>
            </a:r>
          </a:p>
          <a:p>
            <a:pPr lvl="1">
              <a:spcBef>
                <a:spcPts val="1200"/>
              </a:spcBef>
              <a:defRPr sz="1800"/>
            </a:pPr>
            <a:r>
              <a:t>Select: Offline, Online, or Hybrid mode</a:t>
            </a:r>
          </a:p>
          <a:p>
            <a:pPr lvl="1">
              <a:spcBef>
                <a:spcPts val="1200"/>
              </a:spcBef>
              <a:defRPr sz="1800"/>
            </a:pPr>
            <a:r>
              <a:t>Configure inputs (folders, snapshots, etc.)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3️⃣ Connect to RTC (Optional)</a:t>
            </a:r>
          </a:p>
          <a:p>
            <a:pPr lvl="1">
              <a:spcBef>
                <a:spcPts val="1200"/>
              </a:spcBef>
              <a:defRPr sz="1800"/>
            </a:pPr>
            <a:r>
              <a:t>Enter credentials for RTC features</a:t>
            </a:r>
          </a:p>
          <a:p>
            <a:pPr lvl="1">
              <a:spcBef>
                <a:spcPts val="1200"/>
              </a:spcBef>
              <a:defRPr sz="1800"/>
            </a:pPr>
            <a:r>
              <a:t>Enable changeset tracking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4️⃣ Run Analysis &amp; View Reports</a:t>
            </a:r>
          </a:p>
          <a:p>
            <a:pPr lvl="1">
              <a:spcBef>
                <a:spcPts val="1200"/>
              </a:spcBef>
              <a:defRPr sz="1800"/>
            </a:pPr>
            <a:r>
              <a:t>Start comparison</a:t>
            </a:r>
          </a:p>
          <a:p>
            <a:pPr lvl="1">
              <a:spcBef>
                <a:spcPts val="1200"/>
              </a:spcBef>
              <a:defRPr sz="1800"/>
            </a:pPr>
            <a:r>
              <a:t>View results in Excel/HTML</a:t>
            </a:r>
          </a:p>
          <a:p>
            <a:pPr lvl="1">
              <a:spcBef>
                <a:spcPts val="1200"/>
              </a:spcBef>
              <a:defRPr sz="1800"/>
            </a:pPr>
            <a:r>
              <a:t>Ask AI assistant for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Migration Analysis Tool - Bosch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